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Project Horizon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Architecture Design v2.0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Post-10-Feb steering revisions applied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Prepared by Sarah Chen · 18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Deliverables (4)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1. Databricks workspace — DataCorp Cloud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2. Power BI reports — operational, executive, finance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3. Knowledge transfer — docs, runbooks, shadowing
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4. Data-quality monitoring (NEW, added 10 Feb steering)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Cloud &amp; Data Platform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Cloud vendor: DataCorp Cloud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- Reserved-instance pricing tier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- Region: Southeast Asia (Singapore)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Databricks workspace with Unity Catalog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Medallion architecture: bronze / silver / gold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Ingestion: SAP S/4HANA, Oracle EBS
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Timeline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Kickoff: 20 January 2026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Mid-engagement steering: 10 February 2026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Architecture sign-off: 20 February 2026
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Final delivery: 30 March 2026 (revised from 15 March)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Horizon — Architecture Design v2</dc:title>
  <dc:subject>PptxGenJS Presentation</dc:subject>
  <dc:creator>PptxGenJS</dc:creator>
  <cp:lastModifiedBy>PptxGenJS</cp:lastModifiedBy>
  <cp:revision>1</cp:revision>
  <dcterms:created xsi:type="dcterms:W3CDTF">2026-04-24T04:09:35Z</dcterms:created>
  <dcterms:modified xsi:type="dcterms:W3CDTF">2026-04-24T04:09:35Z</dcterms:modified>
</cp:coreProperties>
</file>